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035040"/>
            <a:ext cx="1216152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217920"/>
            <a:ext cx="3040380" cy="274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spc="4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 2026 — emerging-results submission · colleague briefing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Coverage-Biased Correlations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OSS Repository Health Studies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thought we found —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what was actually there.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37-repository civic-tech panel · open-source toolchain · paired-design results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50392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OSS health metrics depend on flaky endpoints.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of 37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 returned populated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/stats/commit_activity   data on our initial crawl.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66344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computes the rest asynchronously, then caches results only for repos with recent traffic.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1920240"/>
            <a:ext cx="51206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missingness is non-random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606040"/>
            <a:ext cx="502920" cy="5029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360920" y="2560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Timeout under retry budget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60920" y="289864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/stats/* returns HTTP 202 indefinitely for cold repos.</a:t>
            </a:r>
            <a:endParaRPr lang="en-US" sz="12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3685032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360920" y="36393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Cache is warm for active repos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360920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API traffic → recent recomputation → populated response.</a:t>
            </a:r>
            <a:endParaRPr lang="en-US" sz="12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764024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360920" y="47183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'populated' subset is biased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7360920" y="505663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bias correlates with the variables you care about.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50392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DISCOVERY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'robust' correlation that vanished under triangulation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burstiness  ↔  stale-issue ratio, across our 37-repo civic-tech panel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5212080" cy="3291840"/>
          </a:xfrm>
          <a:prstGeom prst="rect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 (n = 29)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9240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ρ = 0.685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868680" y="3703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FDR-significant on n = 17 pairs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416052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the subset of repos for which GitHub had pre-cached /stats/* results.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852160" y="338328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6000" dirty="0"/>
          </a:p>
        </p:txBody>
      </p:sp>
      <p:sp>
        <p:nvSpPr>
          <p:cNvPr id="13" name="Shape 11"/>
          <p:cNvSpPr/>
          <p:nvPr/>
        </p:nvSpPr>
        <p:spPr>
          <a:xfrm>
            <a:off x="6583680" y="2194560"/>
            <a:ext cx="5212080" cy="3291840"/>
          </a:xfrm>
          <a:prstGeom prst="rect">
            <a:avLst/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 (n = 37, GraphQL triangulation)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12280" y="26974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0478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ρ = 0.444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6812280" y="3703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FDR-significant; n = 26 pairs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12280" y="416052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17/29 → 37/37 on burstiness via GraphQL bulk fetch.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5852160"/>
            <a:ext cx="10881360" cy="6400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58521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direction. Different population behind the number.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50392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GENERALISES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not about burstiness.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about how aggregate endpoints behave under cache-driven coverage.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36118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377440"/>
            <a:ext cx="36118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3383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Endpoint returns only what's cached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42976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aggregate endpoints serve repos GitHub has recently computed.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2377440"/>
            <a:ext cx="36118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80560" y="2377440"/>
            <a:ext cx="36118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4754880" y="3383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Caching correlates with activity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54880" y="42976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computation is triggered by external API traffic, which scales with popularity.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321040" y="2377440"/>
            <a:ext cx="36118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21040" y="2377440"/>
            <a:ext cx="36118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8595360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8595360" y="3383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Correlations across the subset are biased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95360" y="42976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Joined-subset correlations skew toward the very variables you wanted to measure independently.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 OSS health study that joins an aggregate endpoint with a target metric is exposed to this failure mode.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50392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defences, not one.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build studies that survive coverage problems.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51663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194560"/>
            <a:ext cx="91440" cy="42062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231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2468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05840" y="3108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Triangulate from independent sources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1005840" y="388620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GraphQL bulk-fetch as fallback to /stats/* timeouts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backoff + warm-up pre-pass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Per-metric coverage reported as first-class output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005840" y="5715000"/>
            <a:ext cx="45720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5806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burstiness coverage 5/37 → 37/37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355080" y="2194560"/>
            <a:ext cx="51663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355080" y="2194560"/>
            <a:ext cx="91440" cy="42062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423160"/>
            <a:ext cx="502920" cy="5029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360920" y="2468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720840" y="3108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paired-design metrics</a:t>
            </a:r>
            <a:endParaRPr lang="en-US" sz="1900" dirty="0"/>
          </a:p>
        </p:txBody>
      </p:sp>
      <p:sp>
        <p:nvSpPr>
          <p:cNvPr id="20" name="Text 16"/>
          <p:cNvSpPr/>
          <p:nvPr/>
        </p:nvSpPr>
        <p:spPr>
          <a:xfrm>
            <a:off x="6720840" y="388620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Within-repository Wilcoxon tests bypass coverage entirely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pair is its own control — no joined-subset bias</a:t>
            </a:r>
            <a:endParaRPr lang="en-US" sz="13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at n=37 with large effect sizes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720840" y="5715000"/>
            <a:ext cx="45720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20840" y="5806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two well-powered findings (next slide)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50392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paired-design findings that ARE robust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repository is its own control. Per-metric coverage doesn't enter the test.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51663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194560"/>
            <a:ext cx="5166360" cy="91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468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 filtering matters — selectively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0175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= 7 × 10⁻⁶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05840" y="3977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Wilcoxon signed-rank, HHI with-vs-without bots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438912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of 37 repositories change for HHI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 of 37 change for bus factor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Elephant factor: no repository changes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05840" y="5806440"/>
            <a:ext cx="45720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897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filter bots for HHI; include them for bus factor.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55080" y="2194560"/>
            <a:ext cx="51663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55080" y="2194560"/>
            <a:ext cx="5166360" cy="91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2468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Effort &gt; activity,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720840" y="30175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= 4.8 × 10⁻⁵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720840" y="3977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Wilcoxon signed-rank, line-Gini vs commit-Gini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20840" y="438912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Line-Gini exceeds commit-Gini in 27 of 37 repos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Δ = +0.052 (sign test p = 1.6 × 10⁻⁴)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counts systematically under-estimate effort concentration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5806440"/>
            <a:ext cx="45720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5897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lines-changed should accompany commit-count health metrics.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50392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OFFER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paper offers colleagues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artefacts, a quantitative case study, and a research direction.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36118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2423160"/>
            <a:ext cx="868680" cy="86868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587752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3474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open toolchain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14400" y="40690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crawler with the triangulation built in. Per-metric coverage reporting. MIT-licensed, Zenodo-archived.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480560" y="2194560"/>
            <a:ext cx="36118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54880" y="2423160"/>
            <a:ext cx="868680" cy="86868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587752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754880" y="3474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measurement-bias case study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754880" y="40690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decomposition of how a coverage bias produces an apparently 'robust' published correlation.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321040" y="2194560"/>
            <a:ext cx="36118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595360" y="2423160"/>
            <a:ext cx="868680" cy="86868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587752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595360" y="3474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research direction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595360" y="40690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coverage-bias audit of CHAOSS-aligned metrics. Candidate intervention designs for civic-tech sustainability.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40080" y="5715000"/>
            <a:ext cx="10881360" cy="7772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3" name="Text 18"/>
          <p:cNvSpPr/>
          <p:nvPr/>
        </p:nvSpPr>
        <p:spPr>
          <a:xfrm>
            <a:off x="868680" y="5715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I'd love your input:  </a:t>
            </a:r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of the bias story · recent (2023–25) OSS-health refs · candidate metrics for the audit · second-coder for IRR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038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503920" y="502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are + what's next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 2026 abstract due May 22 · full submission May 29.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1051560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2633472"/>
            <a:ext cx="219456" cy="219456"/>
          </a:xfrm>
          <a:prstGeom prst="ellipse">
            <a:avLst/>
          </a:prstGeom>
          <a:solidFill>
            <a:srgbClr val="F59E0B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-54864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AUTUMN 2025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548640" y="2194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phase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-548640" y="3017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29 crawl. Apparent FDR-significant finding.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83380" y="2633472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150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2026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921508" y="2194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Triangulation + panel expansion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1508" y="3017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GraphQL fallback. n = 37 with 37/37 coverage on burstiness.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53528" y="2633472"/>
            <a:ext cx="219456" cy="219456"/>
          </a:xfrm>
          <a:prstGeom prst="ellipse">
            <a:avLst/>
          </a:prstGeom>
          <a:solidFill>
            <a:srgbClr val="14B8A6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91656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91656" y="2194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ESEM submission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91656" y="3017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here. Feedback welcome.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1228832" y="2633472"/>
            <a:ext cx="219456" cy="219456"/>
          </a:xfrm>
          <a:prstGeom prst="ellipse">
            <a:avLst/>
          </a:prstGeom>
          <a:solidFill>
            <a:srgbClr val="94A3B8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6696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– 2028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966960" y="2194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· L2 · L3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66960" y="3017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· platform replication · coverage-bias audit.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Thanks — questions, pushback, and replication ideas all very welcome.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Coverage-Biased Correlations — colleague briefing</dc:title>
  <dc:subject>PptxGenJS Presentation</dc:subject>
  <dc:creator>Anonymous</dc:creator>
  <cp:lastModifiedBy>Anonymous</cp:lastModifiedBy>
  <cp:revision>1</cp:revision>
  <dcterms:created xsi:type="dcterms:W3CDTF">2026-05-18T18:31:35Z</dcterms:created>
  <dcterms:modified xsi:type="dcterms:W3CDTF">2026-05-18T18:31:35Z</dcterms:modified>
</cp:coreProperties>
</file>